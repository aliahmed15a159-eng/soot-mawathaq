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صوت موثّق من هويتك .. إلى صوتك — شريحة 1 من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أزمة النظم التقليدية: أين يفشل الاقتراع الورقي؟ — شريحة 2 من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معضلة الكبرى: كيف نتحقق بيومترياً دون كشف الصوت؟ — شريحة 3 من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حل المعادلة: الفصل التام بين مسار الهوية ومسار الاقتراع — شريحة 4 من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ذكاء الاصطناعي: بصمة عصبية 128-D وكشف حيوية متعدد الطبقات — شريحة 5 من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أمان التشفيري: توقيعات عمياء وإيصال تحقق رياضي — شريحة 6 من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عائد القومي والجدوى: توفير مالي، حماية بيئية، ودقة 100% — شريحة 7 من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مقارنة شاملة: الاقتراع الورقي مقابل منظومة «صوت موثّق» — شريحة 8 من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بيئة الميدانية: انتخابات المكتب التنفيذي لاتحاد الطلاب — شريحة 9 من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خارطة الطريق: من النموذج الأولي إلى النضج الرقمي الشامل — شريحة 10 من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صوت موثّق مستقبل الاقتراع الآمن يبدأ الآن — شريحة 11 من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صوت موثّق — العرض التقديمي</dc:title>
  <dc:subject>نسخة مطابقة لصفحة العرض على الموقع /presentation</dc:subject>
  <dc:creator>صوت موثّق</dc:creator>
  <cp:lastModifiedBy>صوت موثّق</cp:lastModifiedBy>
  <cp:revision>1</cp:revision>
  <dcterms:created xsi:type="dcterms:W3CDTF">2026-10-09T05:55:06Z</dcterms:created>
  <dcterms:modified xsi:type="dcterms:W3CDTF">2026-10-09T05:55:06Z</dcterms:modified>
</cp:coreProperties>
</file>